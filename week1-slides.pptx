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인사와 과정 소개. 6주 동안 매주 사업에 쓸 수 있는 앱을 하나씩 만든다는 점을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손을 들게 하거나 한두 분께 경험을 물어보며 시작.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가능하면 실제 완성 앱을 띄워 사진과 문구를 바꾸는 시연을 함께 보여주기.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AI의 질문에는 강사가 공통 예시(온스튜디오)로 답변. 수강생별로 다르게 답하지 않음.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비개발자를 위한 6주 바이브 코딩 1주차 발표자료</dc:title>
  <dc:subject/>
  <dc:creator>오쌤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